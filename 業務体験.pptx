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A6F703-4F29-4899-8693-181E78196B9A}" v="8" dt="2026-01-29T07:13:13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37" d="100"/>
          <a:sy n="37" d="100"/>
        </p:scale>
        <p:origin x="56" y="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un1049" userId="94bf1871-91f7-443a-8993-44ca08c0a9c7" providerId="ADAL" clId="{96251092-FA7F-40A3-84E0-7FC05DB8B539}"/>
    <pc:docChg chg="undo custSel addSld delSld modSld">
      <pc:chgData name="cgun1049" userId="94bf1871-91f7-443a-8993-44ca08c0a9c7" providerId="ADAL" clId="{96251092-FA7F-40A3-84E0-7FC05DB8B539}" dt="2026-01-29T07:51:45.359" v="2746" actId="20577"/>
      <pc:docMkLst>
        <pc:docMk/>
      </pc:docMkLst>
      <pc:sldChg chg="modSp mod">
        <pc:chgData name="cgun1049" userId="94bf1871-91f7-443a-8993-44ca08c0a9c7" providerId="ADAL" clId="{96251092-FA7F-40A3-84E0-7FC05DB8B539}" dt="2026-01-27T12:24:50.421" v="1185" actId="20577"/>
        <pc:sldMkLst>
          <pc:docMk/>
          <pc:sldMk cId="1255098483" sldId="257"/>
        </pc:sldMkLst>
        <pc:spChg chg="mod">
          <ac:chgData name="cgun1049" userId="94bf1871-91f7-443a-8993-44ca08c0a9c7" providerId="ADAL" clId="{96251092-FA7F-40A3-84E0-7FC05DB8B539}" dt="2026-01-27T12:24:50.421" v="1185" actId="20577"/>
          <ac:spMkLst>
            <pc:docMk/>
            <pc:sldMk cId="1255098483" sldId="257"/>
            <ac:spMk id="2" creationId="{A6DECBFD-D2DB-3DB9-9174-1BCDE35419F6}"/>
          </ac:spMkLst>
        </pc:spChg>
        <pc:spChg chg="mod">
          <ac:chgData name="cgun1049" userId="94bf1871-91f7-443a-8993-44ca08c0a9c7" providerId="ADAL" clId="{96251092-FA7F-40A3-84E0-7FC05DB8B539}" dt="2026-01-27T12:12:40.618" v="146" actId="20577"/>
          <ac:spMkLst>
            <pc:docMk/>
            <pc:sldMk cId="1255098483" sldId="257"/>
            <ac:spMk id="3" creationId="{EC570254-252C-45C7-B8D1-75F12AAC3539}"/>
          </ac:spMkLst>
        </pc:spChg>
      </pc:sldChg>
      <pc:sldChg chg="modSp mod">
        <pc:chgData name="cgun1049" userId="94bf1871-91f7-443a-8993-44ca08c0a9c7" providerId="ADAL" clId="{96251092-FA7F-40A3-84E0-7FC05DB8B539}" dt="2026-01-27T12:24:46.237" v="1182" actId="20577"/>
        <pc:sldMkLst>
          <pc:docMk/>
          <pc:sldMk cId="1047190539" sldId="258"/>
        </pc:sldMkLst>
        <pc:spChg chg="mod">
          <ac:chgData name="cgun1049" userId="94bf1871-91f7-443a-8993-44ca08c0a9c7" providerId="ADAL" clId="{96251092-FA7F-40A3-84E0-7FC05DB8B539}" dt="2026-01-27T12:24:46.237" v="1182" actId="20577"/>
          <ac:spMkLst>
            <pc:docMk/>
            <pc:sldMk cId="1047190539" sldId="258"/>
            <ac:spMk id="2" creationId="{058A694D-82AA-6E6A-B282-47CE8EB7AB20}"/>
          </ac:spMkLst>
        </pc:spChg>
      </pc:sldChg>
      <pc:sldChg chg="modSp mod">
        <pc:chgData name="cgun1049" userId="94bf1871-91f7-443a-8993-44ca08c0a9c7" providerId="ADAL" clId="{96251092-FA7F-40A3-84E0-7FC05DB8B539}" dt="2026-01-27T12:27:36.979" v="1268" actId="20577"/>
        <pc:sldMkLst>
          <pc:docMk/>
          <pc:sldMk cId="2194931735" sldId="259"/>
        </pc:sldMkLst>
        <pc:spChg chg="mod">
          <ac:chgData name="cgun1049" userId="94bf1871-91f7-443a-8993-44ca08c0a9c7" providerId="ADAL" clId="{96251092-FA7F-40A3-84E0-7FC05DB8B539}" dt="2026-01-27T12:24:58.842" v="1188" actId="20577"/>
          <ac:spMkLst>
            <pc:docMk/>
            <pc:sldMk cId="2194931735" sldId="259"/>
            <ac:spMk id="2" creationId="{40838122-3E48-B839-4BFF-D04731567DEE}"/>
          </ac:spMkLst>
        </pc:spChg>
        <pc:spChg chg="mod">
          <ac:chgData name="cgun1049" userId="94bf1871-91f7-443a-8993-44ca08c0a9c7" providerId="ADAL" clId="{96251092-FA7F-40A3-84E0-7FC05DB8B539}" dt="2026-01-27T12:27:36.979" v="1268" actId="20577"/>
          <ac:spMkLst>
            <pc:docMk/>
            <pc:sldMk cId="2194931735" sldId="259"/>
            <ac:spMk id="3" creationId="{6DF559C2-FFEA-0C75-80A9-1635552233CB}"/>
          </ac:spMkLst>
        </pc:spChg>
      </pc:sldChg>
      <pc:sldChg chg="modSp mod">
        <pc:chgData name="cgun1049" userId="94bf1871-91f7-443a-8993-44ca08c0a9c7" providerId="ADAL" clId="{96251092-FA7F-40A3-84E0-7FC05DB8B539}" dt="2026-01-27T12:26:51.965" v="1249" actId="20577"/>
        <pc:sldMkLst>
          <pc:docMk/>
          <pc:sldMk cId="4281861725" sldId="260"/>
        </pc:sldMkLst>
        <pc:spChg chg="mod">
          <ac:chgData name="cgun1049" userId="94bf1871-91f7-443a-8993-44ca08c0a9c7" providerId="ADAL" clId="{96251092-FA7F-40A3-84E0-7FC05DB8B539}" dt="2026-01-27T12:25:11.383" v="1191" actId="20577"/>
          <ac:spMkLst>
            <pc:docMk/>
            <pc:sldMk cId="4281861725" sldId="260"/>
            <ac:spMk id="2" creationId="{355593A5-E23F-143F-CC53-94B027086CE5}"/>
          </ac:spMkLst>
        </pc:spChg>
        <pc:spChg chg="mod">
          <ac:chgData name="cgun1049" userId="94bf1871-91f7-443a-8993-44ca08c0a9c7" providerId="ADAL" clId="{96251092-FA7F-40A3-84E0-7FC05DB8B539}" dt="2026-01-27T12:26:51.965" v="1249" actId="20577"/>
          <ac:spMkLst>
            <pc:docMk/>
            <pc:sldMk cId="4281861725" sldId="260"/>
            <ac:spMk id="3" creationId="{F736E907-0F7B-7812-E0DA-6C101C37D139}"/>
          </ac:spMkLst>
        </pc:spChg>
      </pc:sldChg>
      <pc:sldChg chg="modSp mod">
        <pc:chgData name="cgun1049" userId="94bf1871-91f7-443a-8993-44ca08c0a9c7" providerId="ADAL" clId="{96251092-FA7F-40A3-84E0-7FC05DB8B539}" dt="2026-01-29T07:50:58.647" v="2745" actId="20577"/>
        <pc:sldMkLst>
          <pc:docMk/>
          <pc:sldMk cId="4111909527" sldId="261"/>
        </pc:sldMkLst>
        <pc:spChg chg="mod">
          <ac:chgData name="cgun1049" userId="94bf1871-91f7-443a-8993-44ca08c0a9c7" providerId="ADAL" clId="{96251092-FA7F-40A3-84E0-7FC05DB8B539}" dt="2026-01-27T12:29:28.711" v="1271" actId="20577"/>
          <ac:spMkLst>
            <pc:docMk/>
            <pc:sldMk cId="4111909527" sldId="261"/>
            <ac:spMk id="2" creationId="{0EA7E87F-5B0E-7D26-8482-CDEDBD8D822F}"/>
          </ac:spMkLst>
        </pc:spChg>
        <pc:spChg chg="mod">
          <ac:chgData name="cgun1049" userId="94bf1871-91f7-443a-8993-44ca08c0a9c7" providerId="ADAL" clId="{96251092-FA7F-40A3-84E0-7FC05DB8B539}" dt="2026-01-29T07:50:58.647" v="2745" actId="20577"/>
          <ac:spMkLst>
            <pc:docMk/>
            <pc:sldMk cId="4111909527" sldId="261"/>
            <ac:spMk id="3" creationId="{0DD57ED9-096C-DA42-CD70-770825F6CFA6}"/>
          </ac:spMkLst>
        </pc:spChg>
      </pc:sldChg>
      <pc:sldChg chg="modSp mod">
        <pc:chgData name="cgun1049" userId="94bf1871-91f7-443a-8993-44ca08c0a9c7" providerId="ADAL" clId="{96251092-FA7F-40A3-84E0-7FC05DB8B539}" dt="2026-01-27T12:50:31.947" v="1627" actId="20577"/>
        <pc:sldMkLst>
          <pc:docMk/>
          <pc:sldMk cId="2174243140" sldId="262"/>
        </pc:sldMkLst>
        <pc:spChg chg="mod">
          <ac:chgData name="cgun1049" userId="94bf1871-91f7-443a-8993-44ca08c0a9c7" providerId="ADAL" clId="{96251092-FA7F-40A3-84E0-7FC05DB8B539}" dt="2026-01-27T12:50:31.947" v="1627" actId="20577"/>
          <ac:spMkLst>
            <pc:docMk/>
            <pc:sldMk cId="2174243140" sldId="262"/>
            <ac:spMk id="3" creationId="{D190AFD0-79AB-B665-7D6D-4283A8027D3D}"/>
          </ac:spMkLst>
        </pc:spChg>
      </pc:sldChg>
      <pc:sldChg chg="modSp new mod">
        <pc:chgData name="cgun1049" userId="94bf1871-91f7-443a-8993-44ca08c0a9c7" providerId="ADAL" clId="{96251092-FA7F-40A3-84E0-7FC05DB8B539}" dt="2026-01-29T07:22:03.550" v="2443" actId="20577"/>
        <pc:sldMkLst>
          <pc:docMk/>
          <pc:sldMk cId="3372469487" sldId="263"/>
        </pc:sldMkLst>
        <pc:spChg chg="mod">
          <ac:chgData name="cgun1049" userId="94bf1871-91f7-443a-8993-44ca08c0a9c7" providerId="ADAL" clId="{96251092-FA7F-40A3-84E0-7FC05DB8B539}" dt="2026-01-27T12:29:34.488" v="1274" actId="20577"/>
          <ac:spMkLst>
            <pc:docMk/>
            <pc:sldMk cId="3372469487" sldId="263"/>
            <ac:spMk id="2" creationId="{D60CD9F3-BF7E-7586-F130-F132132DD7C3}"/>
          </ac:spMkLst>
        </pc:spChg>
        <pc:spChg chg="mod">
          <ac:chgData name="cgun1049" userId="94bf1871-91f7-443a-8993-44ca08c0a9c7" providerId="ADAL" clId="{96251092-FA7F-40A3-84E0-7FC05DB8B539}" dt="2026-01-29T07:22:03.550" v="2443" actId="20577"/>
          <ac:spMkLst>
            <pc:docMk/>
            <pc:sldMk cId="3372469487" sldId="263"/>
            <ac:spMk id="3" creationId="{E94EF56E-D5F4-C137-10A5-FC4CE104C2E0}"/>
          </ac:spMkLst>
        </pc:spChg>
      </pc:sldChg>
      <pc:sldChg chg="modSp new mod">
        <pc:chgData name="cgun1049" userId="94bf1871-91f7-443a-8993-44ca08c0a9c7" providerId="ADAL" clId="{96251092-FA7F-40A3-84E0-7FC05DB8B539}" dt="2026-01-29T07:26:42.919" v="2589" actId="27636"/>
        <pc:sldMkLst>
          <pc:docMk/>
          <pc:sldMk cId="3241999484" sldId="264"/>
        </pc:sldMkLst>
        <pc:spChg chg="mod">
          <ac:chgData name="cgun1049" userId="94bf1871-91f7-443a-8993-44ca08c0a9c7" providerId="ADAL" clId="{96251092-FA7F-40A3-84E0-7FC05DB8B539}" dt="2026-01-27T12:30:31.929" v="1293" actId="20577"/>
          <ac:spMkLst>
            <pc:docMk/>
            <pc:sldMk cId="3241999484" sldId="264"/>
            <ac:spMk id="2" creationId="{9F76549C-EA95-1506-C3F9-47D4F965F6B9}"/>
          </ac:spMkLst>
        </pc:spChg>
        <pc:spChg chg="mod">
          <ac:chgData name="cgun1049" userId="94bf1871-91f7-443a-8993-44ca08c0a9c7" providerId="ADAL" clId="{96251092-FA7F-40A3-84E0-7FC05DB8B539}" dt="2026-01-29T07:26:42.919" v="2589" actId="27636"/>
          <ac:spMkLst>
            <pc:docMk/>
            <pc:sldMk cId="3241999484" sldId="264"/>
            <ac:spMk id="3" creationId="{2EBB9E90-C9A6-9EFB-B138-4227F1B6EAD5}"/>
          </ac:spMkLst>
        </pc:spChg>
      </pc:sldChg>
      <pc:sldChg chg="addSp delSp modSp new mod setBg">
        <pc:chgData name="cgun1049" userId="94bf1871-91f7-443a-8993-44ca08c0a9c7" providerId="ADAL" clId="{96251092-FA7F-40A3-84E0-7FC05DB8B539}" dt="2026-01-29T07:50:19.452" v="2693" actId="20577"/>
        <pc:sldMkLst>
          <pc:docMk/>
          <pc:sldMk cId="3562727537" sldId="265"/>
        </pc:sldMkLst>
        <pc:spChg chg="mod">
          <ac:chgData name="cgun1049" userId="94bf1871-91f7-443a-8993-44ca08c0a9c7" providerId="ADAL" clId="{96251092-FA7F-40A3-84E0-7FC05DB8B539}" dt="2026-01-27T12:52:35.155" v="1663" actId="20577"/>
          <ac:spMkLst>
            <pc:docMk/>
            <pc:sldMk cId="3562727537" sldId="265"/>
            <ac:spMk id="2" creationId="{13B9ADD7-4E90-2D97-064F-DF0C7EF15A0D}"/>
          </ac:spMkLst>
        </pc:spChg>
        <pc:graphicFrameChg chg="add mod modGraphic">
          <ac:chgData name="cgun1049" userId="94bf1871-91f7-443a-8993-44ca08c0a9c7" providerId="ADAL" clId="{96251092-FA7F-40A3-84E0-7FC05DB8B539}" dt="2026-01-29T07:50:19.452" v="2693" actId="20577"/>
          <ac:graphicFrameMkLst>
            <pc:docMk/>
            <pc:sldMk cId="3562727537" sldId="265"/>
            <ac:graphicFrameMk id="4" creationId="{B933DF10-B7E7-EABB-F6E3-C9B51F6B6FF1}"/>
          </ac:graphicFrameMkLst>
        </pc:graphicFrameChg>
      </pc:sldChg>
      <pc:sldChg chg="addSp delSp modSp new mod">
        <pc:chgData name="cgun1049" userId="94bf1871-91f7-443a-8993-44ca08c0a9c7" providerId="ADAL" clId="{96251092-FA7F-40A3-84E0-7FC05DB8B539}" dt="2026-01-29T07:14:56.240" v="2162" actId="27636"/>
        <pc:sldMkLst>
          <pc:docMk/>
          <pc:sldMk cId="1634399654" sldId="266"/>
        </pc:sldMkLst>
        <pc:spChg chg="mod">
          <ac:chgData name="cgun1049" userId="94bf1871-91f7-443a-8993-44ca08c0a9c7" providerId="ADAL" clId="{96251092-FA7F-40A3-84E0-7FC05DB8B539}" dt="2026-01-27T12:54:12.855" v="1685" actId="20577"/>
          <ac:spMkLst>
            <pc:docMk/>
            <pc:sldMk cId="1634399654" sldId="266"/>
            <ac:spMk id="2" creationId="{EEBBA76A-D74A-0D6B-499C-1CCFBDE62F2F}"/>
          </ac:spMkLst>
        </pc:spChg>
        <pc:spChg chg="add del mod">
          <ac:chgData name="cgun1049" userId="94bf1871-91f7-443a-8993-44ca08c0a9c7" providerId="ADAL" clId="{96251092-FA7F-40A3-84E0-7FC05DB8B539}" dt="2026-01-29T07:14:56.240" v="2162" actId="27636"/>
          <ac:spMkLst>
            <pc:docMk/>
            <pc:sldMk cId="1634399654" sldId="266"/>
            <ac:spMk id="3" creationId="{2FF118D1-5A5D-1D94-5EED-47348F4F09DE}"/>
          </ac:spMkLst>
        </pc:spChg>
        <pc:spChg chg="add del mod">
          <ac:chgData name="cgun1049" userId="94bf1871-91f7-443a-8993-44ca08c0a9c7" providerId="ADAL" clId="{96251092-FA7F-40A3-84E0-7FC05DB8B539}" dt="2026-01-27T12:58:32.306" v="1833" actId="47"/>
          <ac:spMkLst>
            <pc:docMk/>
            <pc:sldMk cId="1634399654" sldId="266"/>
            <ac:spMk id="4" creationId="{FA0BFCD1-18FD-39F2-748C-56872D7BAE6F}"/>
          </ac:spMkLst>
        </pc:spChg>
        <pc:spChg chg="add del mod">
          <ac:chgData name="cgun1049" userId="94bf1871-91f7-443a-8993-44ca08c0a9c7" providerId="ADAL" clId="{96251092-FA7F-40A3-84E0-7FC05DB8B539}" dt="2026-01-27T12:58:36.593" v="1835" actId="20577"/>
          <ac:spMkLst>
            <pc:docMk/>
            <pc:sldMk cId="1634399654" sldId="266"/>
            <ac:spMk id="6" creationId="{55B91E6D-9C5E-DE3A-A451-EE123F7893BC}"/>
          </ac:spMkLst>
        </pc:spChg>
      </pc:sldChg>
      <pc:sldChg chg="modSp del mod">
        <pc:chgData name="cgun1049" userId="94bf1871-91f7-443a-8993-44ca08c0a9c7" providerId="ADAL" clId="{96251092-FA7F-40A3-84E0-7FC05DB8B539}" dt="2026-01-29T07:13:19.608" v="2158" actId="47"/>
        <pc:sldMkLst>
          <pc:docMk/>
          <pc:sldMk cId="1833775534" sldId="267"/>
        </pc:sldMkLst>
        <pc:spChg chg="mod">
          <ac:chgData name="cgun1049" userId="94bf1871-91f7-443a-8993-44ca08c0a9c7" providerId="ADAL" clId="{96251092-FA7F-40A3-84E0-7FC05DB8B539}" dt="2026-01-29T07:10:07.365" v="2015" actId="20577"/>
          <ac:spMkLst>
            <pc:docMk/>
            <pc:sldMk cId="1833775534" sldId="267"/>
            <ac:spMk id="3" creationId="{5605FA17-6557-9D09-6BDF-44BD8C745CC8}"/>
          </ac:spMkLst>
        </pc:spChg>
      </pc:sldChg>
      <pc:sldChg chg="modSp mod">
        <pc:chgData name="cgun1049" userId="94bf1871-91f7-443a-8993-44ca08c0a9c7" providerId="ADAL" clId="{96251092-FA7F-40A3-84E0-7FC05DB8B539}" dt="2026-01-29T07:04:28.566" v="1968" actId="20577"/>
        <pc:sldMkLst>
          <pc:docMk/>
          <pc:sldMk cId="1258197653" sldId="268"/>
        </pc:sldMkLst>
        <pc:spChg chg="mod">
          <ac:chgData name="cgun1049" userId="94bf1871-91f7-443a-8993-44ca08c0a9c7" providerId="ADAL" clId="{96251092-FA7F-40A3-84E0-7FC05DB8B539}" dt="2026-01-29T07:04:28.566" v="1968" actId="20577"/>
          <ac:spMkLst>
            <pc:docMk/>
            <pc:sldMk cId="1258197653" sldId="268"/>
            <ac:spMk id="3" creationId="{58F1D2E4-5A67-E4C8-2DA4-6CBEB9D62408}"/>
          </ac:spMkLst>
        </pc:spChg>
      </pc:sldChg>
      <pc:sldChg chg="modSp mod">
        <pc:chgData name="cgun1049" userId="94bf1871-91f7-443a-8993-44ca08c0a9c7" providerId="ADAL" clId="{96251092-FA7F-40A3-84E0-7FC05DB8B539}" dt="2026-01-29T07:51:45.359" v="2746" actId="20577"/>
        <pc:sldMkLst>
          <pc:docMk/>
          <pc:sldMk cId="3490494060" sldId="269"/>
        </pc:sldMkLst>
        <pc:spChg chg="mod">
          <ac:chgData name="cgun1049" userId="94bf1871-91f7-443a-8993-44ca08c0a9c7" providerId="ADAL" clId="{96251092-FA7F-40A3-84E0-7FC05DB8B539}" dt="2026-01-29T07:51:45.359" v="2746" actId="20577"/>
          <ac:spMkLst>
            <pc:docMk/>
            <pc:sldMk cId="3490494060" sldId="269"/>
            <ac:spMk id="3" creationId="{F58FA8DC-19F1-ABEB-F9F8-F66E22B0D126}"/>
          </ac:spMkLst>
        </pc:spChg>
      </pc:sldChg>
      <pc:sldChg chg="modSp new mod">
        <pc:chgData name="cgun1049" userId="94bf1871-91f7-443a-8993-44ca08c0a9c7" providerId="ADAL" clId="{96251092-FA7F-40A3-84E0-7FC05DB8B539}" dt="2026-01-29T07:21:41.034" v="2440" actId="20577"/>
        <pc:sldMkLst>
          <pc:docMk/>
          <pc:sldMk cId="3132558470" sldId="270"/>
        </pc:sldMkLst>
        <pc:spChg chg="mod">
          <ac:chgData name="cgun1049" userId="94bf1871-91f7-443a-8993-44ca08c0a9c7" providerId="ADAL" clId="{96251092-FA7F-40A3-84E0-7FC05DB8B539}" dt="2026-01-29T07:15:08.704" v="2184" actId="20577"/>
          <ac:spMkLst>
            <pc:docMk/>
            <pc:sldMk cId="3132558470" sldId="270"/>
            <ac:spMk id="2" creationId="{040391ED-2BBF-28CF-BA29-793A117F851E}"/>
          </ac:spMkLst>
        </pc:spChg>
        <pc:spChg chg="mod">
          <ac:chgData name="cgun1049" userId="94bf1871-91f7-443a-8993-44ca08c0a9c7" providerId="ADAL" clId="{96251092-FA7F-40A3-84E0-7FC05DB8B539}" dt="2026-01-29T07:21:41.034" v="2440" actId="20577"/>
          <ac:spMkLst>
            <pc:docMk/>
            <pc:sldMk cId="3132558470" sldId="270"/>
            <ac:spMk id="3" creationId="{82A2F2B8-FB8A-DBFB-5B90-28A159620D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DF01B6-2777-FF8B-68CF-ABFA9244B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5EA71F-854F-E0FD-4E74-89F1DA0C7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3E1C7D-5AF4-3881-25F9-BCAA6FE4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DCFBA2-0D59-58B2-AA3D-88FBA5148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B8C75D-CEF7-9CBB-38A5-6BF8E860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97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59D99-F562-E371-1E1F-08141C4B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E3A86E-40A3-C600-5C04-7B0BD4C75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2B874C-76C9-9736-CD07-3D8897C8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A8552A-D37C-946C-13DB-BDE5CEF3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5D6ADD-E65F-009D-E620-FF9DB070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01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4DB1C-7EA1-9FC8-D5BC-0765C977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1AC61A-8CE7-001E-C205-598FDF360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B3FD9C-699A-EECD-8EEC-B6CE4896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D29CCF-191E-5F14-0E8C-04CDAD4D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E62889-5051-B78C-28B5-37C291E8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33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A67775-785D-FEE0-6B59-E2A97FCA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0802D5-A207-D8D2-21B7-457AC0A9B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35EE37-2F35-4EA3-9679-C7F20DA31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B540D5-E620-5159-6111-9E59537F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999D32-FF70-0DBE-DDBE-7E6B2D85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A999A2-7213-7033-6C13-6A5C77BF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14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5A33F0-7DC7-F395-6D5A-80DC79B4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98C798-0692-FAFC-6694-4729928A3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039FCE-E396-2934-BE57-BA93F4DA6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E6DF1E-F5FB-B77D-08E4-42DA6CF67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8950992-79FF-3C3D-440F-26911183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E95B41-99A6-DF7A-0E93-1AA5B3BA7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62AF3CE-2B8A-8F6F-2A77-5F0D0B63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EEA33D-7B14-7AF9-FC64-B2B8CDCB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74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ACED3-894D-2193-FF11-3E0D830A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7C72166-6CC7-78F1-C530-F2ECBC04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D3E4B5-E8F5-1ED3-185F-ACC25DDC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1026744-9B68-30F3-4D81-896E4EBD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2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060D01-D5BE-76CA-5AB6-DE7E86FC0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A910CA-1AF4-DFEB-F060-CA5F5C78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D44A2D-84CF-E530-A6F0-972B2397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13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76E1CA-3C86-1468-9B34-76CD1487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698781-9F92-AD3A-98ED-CD00D1A0F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F0FC0-00FD-36E1-748E-E49688A7D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28C3C4-41BF-2845-0CF4-536C03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854489-7007-769B-4278-56D145C2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2E99F0-BD44-30F1-A042-8D51AD98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2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5FA184-4017-3DD0-C5D8-7A1549E5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020B69-977A-0001-7218-31EB27A22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C33CBA-C118-E9C3-E83F-82D57732A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E45F95-F1D0-4821-48D4-AEE71C5F4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6DE9D6-3AA7-97BF-4C83-086B25F8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5298DA-7AA7-B3BF-642A-8AAAF07B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26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B0680B-8EFA-1F1C-2557-69EAB37B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679771-2CC1-4312-54AC-115FB5F54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ADDEF0-C2EB-CFC7-7726-0DD51E46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8A1D05-9D5C-E9AD-E914-563CD6B7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C5BBE8-F77F-E41B-1F87-54C5E403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72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5076D4F-2BE3-AFA6-726A-8DFCB9F4D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AFEFBC-91A1-8B61-F213-3B1D00EB0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2CAAE3-211B-1F91-F757-05B9950C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8D506A-EB7E-0730-E9D4-FBF3429A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D33D12-B59E-1767-87A6-46C0DA99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81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35019FB-6FF6-BF2E-13DE-2FC09BD0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533B2E-7EA7-52DE-11C1-9E168819A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8A739E-5F5C-807D-7752-CADA5EF32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7A176-9861-415A-8B68-F4278A8D982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CD4C6E-9DB3-5A14-904D-9AFCE80AE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1CC506-69B0-CAFE-4934-3B1FE0546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89ACD-803E-4BF6-BAD9-2883E91932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52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ADA3BE-B4D3-9100-F68C-396E6A853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NTT</a:t>
            </a:r>
            <a:r>
              <a:rPr kumimoji="1" lang="ja-JP" altLang="en-US" dirty="0"/>
              <a:t>株の株価予測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F98E5B-5CB7-D8CC-D747-1C2FC3BC18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積み立て投資の最適化</a:t>
            </a:r>
          </a:p>
        </p:txBody>
      </p:sp>
    </p:spTree>
    <p:extLst>
      <p:ext uri="{BB962C8B-B14F-4D97-AF65-F5344CB8AC3E}">
        <p14:creationId xmlns:p14="http://schemas.microsoft.com/office/powerpoint/2010/main" val="3452965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3FE3C2-7344-E1BF-4004-2A67E01CB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90AFD0-79AB-B665-7D6D-4283A8027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NTT</a:t>
            </a:r>
            <a:r>
              <a:rPr lang="ja-JP" altLang="en-US" dirty="0"/>
              <a:t>株について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ペルソナ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ユースケースシナリオ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課題設定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アプローチ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評価結果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検証プロセス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考察と展望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424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A694D-82AA-6E6A-B282-47CE8EB7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１．</a:t>
            </a:r>
            <a:r>
              <a:rPr kumimoji="1" lang="en-US" altLang="ja-JP" dirty="0"/>
              <a:t>NTT</a:t>
            </a:r>
            <a:r>
              <a:rPr kumimoji="1" lang="ja-JP" altLang="en-US" dirty="0"/>
              <a:t>株について調べてわかったこと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C685FF-32B6-3DB9-B21F-F85A44F97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4955"/>
            <a:ext cx="10515600" cy="3729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2024</a:t>
            </a:r>
            <a:r>
              <a:rPr kumimoji="1" lang="ja-JP" altLang="en-US" dirty="0"/>
              <a:t>年に暴落したものの、回復傾向にある。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・新</a:t>
            </a:r>
            <a:r>
              <a:rPr lang="en-US" altLang="ja-JP" dirty="0"/>
              <a:t>NISA</a:t>
            </a:r>
            <a:r>
              <a:rPr lang="ja-JP" altLang="en-US" dirty="0"/>
              <a:t>の成長投資枠で非常に人気が高い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lang="ja-JP" altLang="en-US" dirty="0"/>
              <a:t>→配当利回りが比較的安定・保有目的・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１株当たりの株価が安い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・上昇の仕方は緩やか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→「資産形成」＞「一攫千金」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719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ECBFD-D2DB-3DB9-9174-1BCDE354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２．ペルソナ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570254-252C-45C7-B8D1-75F12AAC3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・氏名：山田さん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・年齢：</a:t>
            </a:r>
            <a:r>
              <a:rPr kumimoji="1" lang="en-US" altLang="ja-JP" dirty="0"/>
              <a:t>25</a:t>
            </a:r>
            <a:r>
              <a:rPr kumimoji="1" lang="ja-JP" altLang="en-US" dirty="0"/>
              <a:t>歳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・職業：エンジニア（修士卒一年目）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・投資スタイル：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</a:t>
            </a:r>
            <a:r>
              <a:rPr lang="en-US" altLang="ja-JP" dirty="0"/>
              <a:t>NISA</a:t>
            </a:r>
            <a:r>
              <a:rPr lang="ja-JP" altLang="en-US" dirty="0"/>
              <a:t>で、老後に向けた</a:t>
            </a:r>
            <a:r>
              <a:rPr lang="en-US" altLang="ja-JP" dirty="0"/>
              <a:t>NTT</a:t>
            </a:r>
            <a:r>
              <a:rPr lang="ja-JP" altLang="en-US" dirty="0"/>
              <a:t>株を積み立てたい</a:t>
            </a:r>
            <a:br>
              <a:rPr lang="en-US" altLang="ja-JP" dirty="0"/>
            </a:br>
            <a:r>
              <a:rPr lang="ja-JP" altLang="en-US" dirty="0"/>
              <a:t>　・毎月、一定額（</a:t>
            </a:r>
            <a:r>
              <a:rPr lang="en-US" altLang="ja-JP" dirty="0"/>
              <a:t>1</a:t>
            </a:r>
            <a:r>
              <a:rPr lang="ja-JP" altLang="en-US" dirty="0"/>
              <a:t>～２万円）を投資に回せる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・「手動で」株を購入して、少しでも有利に立ち回りたい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125509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838122-3E48-B839-4BFF-D0473156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２．山田さんのペイン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F559C2-FFEA-0C75-80A9-16355522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・毎月株を買うことは決めているが、その月でいつ買うのが「最適」かがわからない。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・株を買った翌日に株価が下がると、あまりのショックで仕事の効率が落ちる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・予測したいが、時間がないので、勉強もできず、結局はいつも何となくで買っている</a:t>
            </a:r>
          </a:p>
        </p:txBody>
      </p:sp>
    </p:spTree>
    <p:extLst>
      <p:ext uri="{BB962C8B-B14F-4D97-AF65-F5344CB8AC3E}">
        <p14:creationId xmlns:p14="http://schemas.microsoft.com/office/powerpoint/2010/main" val="2194931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593A5-E23F-143F-CC53-94B02708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３．ユースケースシナリオ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36E907-0F7B-7812-E0DA-6C101C37D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・状況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・朝</a:t>
            </a:r>
            <a:r>
              <a:rPr kumimoji="1" lang="en-US" altLang="ja-JP" dirty="0"/>
              <a:t>8</a:t>
            </a:r>
            <a:r>
              <a:rPr lang="en-US" altLang="ja-JP" dirty="0"/>
              <a:t>:30</a:t>
            </a:r>
            <a:r>
              <a:rPr lang="ja-JP" altLang="en-US" dirty="0"/>
              <a:t>通勤時の電車の中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・日中は多忙で、株価は見れない。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・アクション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r>
              <a:rPr lang="ja-JP" altLang="en-US" dirty="0"/>
              <a:t>スマホ</a:t>
            </a:r>
            <a:r>
              <a:rPr kumimoji="1" lang="ja-JP" altLang="en-US" dirty="0"/>
              <a:t>を開く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・「</a:t>
            </a:r>
            <a:r>
              <a:rPr lang="en-US" altLang="ja-JP" dirty="0"/>
              <a:t>AI</a:t>
            </a:r>
            <a:r>
              <a:rPr lang="ja-JP" altLang="en-US" dirty="0"/>
              <a:t>に聞く」ボタンを押す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・今が買い時かそうでないかの判断を得る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8186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7E87F-5B0E-7D26-8482-CDEDBD8D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３．ユースケースシナリオ（続き）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D57ED9-096C-DA42-CD70-770825F6C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・ユーザの行動と感情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・安心感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・結末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・ｎ日後、今が買い時であるという判断を得て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</a:t>
            </a:r>
            <a:r>
              <a:rPr kumimoji="1" lang="en-US" altLang="ja-JP" dirty="0"/>
              <a:t>100</a:t>
            </a:r>
            <a:r>
              <a:rPr kumimoji="1" lang="ja-JP" altLang="en-US" dirty="0"/>
              <a:t>株買って、約</a:t>
            </a:r>
            <a:r>
              <a:rPr kumimoji="1" lang="en-US" altLang="ja-JP" dirty="0"/>
              <a:t>200</a:t>
            </a:r>
            <a:r>
              <a:rPr kumimoji="1" lang="ja-JP" altLang="en-US" dirty="0"/>
              <a:t>円</a:t>
            </a:r>
            <a:r>
              <a:rPr kumimoji="1" lang="en-US" altLang="ja-JP" dirty="0"/>
              <a:t>(</a:t>
            </a:r>
            <a:r>
              <a:rPr lang="ja-JP" altLang="en-US" dirty="0"/>
              <a:t>約</a:t>
            </a:r>
            <a:r>
              <a:rPr kumimoji="1" lang="en-US" altLang="ja-JP" dirty="0"/>
              <a:t>1.5%)</a:t>
            </a:r>
            <a:r>
              <a:rPr kumimoji="1" lang="ja-JP" altLang="en-US" dirty="0"/>
              <a:t>の得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→生涯で、</a:t>
            </a:r>
            <a:r>
              <a:rPr kumimoji="1" lang="en-US" altLang="ja-JP" dirty="0"/>
              <a:t>1800</a:t>
            </a:r>
            <a:r>
              <a:rPr kumimoji="1" lang="ja-JP" altLang="en-US" dirty="0"/>
              <a:t>万（</a:t>
            </a:r>
            <a:r>
              <a:rPr kumimoji="1" lang="en-US" altLang="ja-JP" dirty="0"/>
              <a:t>NISA</a:t>
            </a:r>
            <a:r>
              <a:rPr kumimoji="1" lang="ja-JP" altLang="en-US" dirty="0"/>
              <a:t>の上限）の積み立てを行うと、</a:t>
            </a:r>
            <a:r>
              <a:rPr kumimoji="1" lang="en-US" altLang="ja-JP" dirty="0">
                <a:solidFill>
                  <a:srgbClr val="FF0000"/>
                </a:solidFill>
              </a:rPr>
              <a:t>27</a:t>
            </a:r>
            <a:r>
              <a:rPr kumimoji="1" lang="ja-JP" altLang="en-US" dirty="0">
                <a:solidFill>
                  <a:srgbClr val="FF0000"/>
                </a:solidFill>
              </a:rPr>
              <a:t>万円</a:t>
            </a:r>
            <a:r>
              <a:rPr kumimoji="1" lang="ja-JP" altLang="en-US" dirty="0"/>
              <a:t>得をする（</a:t>
            </a:r>
            <a:r>
              <a:rPr kumimoji="1" lang="en-US" altLang="ja-JP" dirty="0"/>
              <a:t>2023</a:t>
            </a:r>
            <a:r>
              <a:rPr kumimoji="1" lang="ja-JP" altLang="en-US" dirty="0"/>
              <a:t>年の実績が継続した場合）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→この</a:t>
            </a:r>
            <a:r>
              <a:rPr lang="en-US" altLang="ja-JP" dirty="0"/>
              <a:t>1.5%</a:t>
            </a:r>
            <a:r>
              <a:rPr lang="ja-JP" altLang="en-US" dirty="0"/>
              <a:t>を成功の基準とする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1190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0CD9F3-BF7E-7586-F130-F132132D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４．課題設定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4EF56E-D5F4-C137-10A5-FC4CE104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・タイミングの最適化→その月でいつ買えば取得単価を最小化で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　　　　　　　　　</a:t>
            </a:r>
            <a:r>
              <a:rPr kumimoji="1" lang="ja-JP" altLang="en-US" dirty="0"/>
              <a:t>きるか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・感情の排除→人間の判断では、不安がぬぐい切れない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・リソースの最小化→取引時間中に株価の監視は難しい</a:t>
            </a:r>
            <a:endParaRPr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7246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6549C-EA95-1506-C3F9-47D4F965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５．アプローチ方法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BB9E90-C9A6-9EFB-B138-4227F1B6E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・手法：</a:t>
            </a:r>
            <a:r>
              <a:rPr kumimoji="1" lang="en-US" altLang="ja-JP" dirty="0" err="1"/>
              <a:t>LightGBM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→高速に学習可能、非線形性、圧倒的な予測性能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・入力データ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・乖離率：下がりすぎの検知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</a:t>
            </a:r>
            <a:r>
              <a:rPr lang="en-US" altLang="ja-JP" dirty="0"/>
              <a:t>RSI</a:t>
            </a:r>
            <a:r>
              <a:rPr lang="ja-JP" altLang="en-US" dirty="0"/>
              <a:t>：売られすぎの検知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・出来高：パニック売りの検知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・出力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・自信</a:t>
            </a:r>
            <a:r>
              <a:rPr lang="ja-JP" altLang="en-US" dirty="0"/>
              <a:t>度（確率）付きの「</a:t>
            </a:r>
            <a:r>
              <a:rPr lang="en-US" altLang="ja-JP" dirty="0"/>
              <a:t>Buy</a:t>
            </a:r>
            <a:r>
              <a:rPr lang="ja-JP" altLang="en-US" dirty="0"/>
              <a:t>」</a:t>
            </a:r>
            <a:r>
              <a:rPr lang="en-US" altLang="ja-JP" dirty="0"/>
              <a:t>or</a:t>
            </a:r>
            <a:r>
              <a:rPr lang="ja-JP" altLang="en-US" dirty="0"/>
              <a:t>「</a:t>
            </a:r>
            <a:r>
              <a:rPr lang="en-US" altLang="ja-JP" dirty="0"/>
              <a:t>Stay</a:t>
            </a:r>
            <a:r>
              <a:rPr lang="ja-JP" altLang="en-US" dirty="0"/>
              <a:t>」シグナル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4199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B9ADD7-4E90-2D97-064F-DF0C7EF1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r>
              <a:rPr lang="ja-JP" altLang="en-US" sz="3200" dirty="0"/>
              <a:t>６．評価結果</a:t>
            </a:r>
            <a:endParaRPr kumimoji="1" lang="ja-JP" altLang="en-US" sz="3200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B933DF10-B7E7-EABB-F6E3-C9B51F6B6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225486"/>
              </p:ext>
            </p:extLst>
          </p:nvPr>
        </p:nvGraphicFramePr>
        <p:xfrm>
          <a:off x="1335741" y="1838857"/>
          <a:ext cx="9547061" cy="3522847"/>
        </p:xfrm>
        <a:graphic>
          <a:graphicData uri="http://schemas.openxmlformats.org/drawingml/2006/table">
            <a:tbl>
              <a:tblPr/>
              <a:tblGrid>
                <a:gridCol w="2017986">
                  <a:extLst>
                    <a:ext uri="{9D8B030D-6E8A-4147-A177-3AD203B41FA5}">
                      <a16:colId xmlns:a16="http://schemas.microsoft.com/office/drawing/2014/main" val="4022681138"/>
                    </a:ext>
                  </a:extLst>
                </a:gridCol>
                <a:gridCol w="2506461">
                  <a:extLst>
                    <a:ext uri="{9D8B030D-6E8A-4147-A177-3AD203B41FA5}">
                      <a16:colId xmlns:a16="http://schemas.microsoft.com/office/drawing/2014/main" val="1422894989"/>
                    </a:ext>
                  </a:extLst>
                </a:gridCol>
                <a:gridCol w="2440563">
                  <a:extLst>
                    <a:ext uri="{9D8B030D-6E8A-4147-A177-3AD203B41FA5}">
                      <a16:colId xmlns:a16="http://schemas.microsoft.com/office/drawing/2014/main" val="465136337"/>
                    </a:ext>
                  </a:extLst>
                </a:gridCol>
                <a:gridCol w="2582051">
                  <a:extLst>
                    <a:ext uri="{9D8B030D-6E8A-4147-A177-3AD203B41FA5}">
                      <a16:colId xmlns:a16="http://schemas.microsoft.com/office/drawing/2014/main" val="4242131373"/>
                    </a:ext>
                  </a:extLst>
                </a:gridCol>
              </a:tblGrid>
              <a:tr h="8385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項目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山田さん </a:t>
                      </a:r>
                      <a:r>
                        <a:rPr lang="en-US" altLang="ja-JP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ja-JP" altLang="en-US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定額積立</a:t>
                      </a:r>
                      <a:r>
                        <a:rPr lang="en-US" altLang="ja-JP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ja-JP" altLang="en-US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ja-JP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 (</a:t>
                      </a: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安値ハンティング</a:t>
                      </a:r>
                      <a:r>
                        <a:rPr lang="en-US" altLang="ja-JP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改善インパクト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167703"/>
                  </a:ext>
                </a:extLst>
              </a:tr>
              <a:tr h="8385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購入ルール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毎月</a:t>
                      </a:r>
                      <a:r>
                        <a:rPr lang="en-US" altLang="ja-JP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</a:t>
                      </a:r>
                      <a:r>
                        <a:rPr lang="ja-JP" altLang="en-US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日に機械的に購入</a:t>
                      </a: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自信度</a:t>
                      </a:r>
                      <a:r>
                        <a:rPr lang="en-US" altLang="ja-JP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65%</a:t>
                      </a: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以上</a:t>
                      </a:r>
                      <a:r>
                        <a:rPr lang="ja-JP" altLang="en-US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の時だけ購入</a:t>
                      </a: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無駄な購入を排除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699266"/>
                  </a:ext>
                </a:extLst>
              </a:tr>
              <a:tr h="5036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平均取得単価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基準値 </a:t>
                      </a:r>
                      <a:r>
                        <a:rPr lang="en-US" altLang="ja-JP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fr-FR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Baseline)</a:t>
                      </a: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ja-JP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-2.39</a:t>
                      </a:r>
                      <a:r>
                        <a:rPr lang="ja-JP" altLang="en-US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円 </a:t>
                      </a:r>
                      <a:r>
                        <a:rPr lang="en-US" altLang="ja-JP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 </a:t>
                      </a:r>
                      <a:r>
                        <a:rPr lang="ja-JP" altLang="en-US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株</a:t>
                      </a:r>
                      <a:endParaRPr lang="ja-JP" altLang="en-US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コスト削減成功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001922"/>
                  </a:ext>
                </a:extLst>
              </a:tr>
              <a:tr h="503618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ja-JP" altLang="en-US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altLang="ja-JP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ja-JP" altLang="en-US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ja-JP" altLang="en-US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15559"/>
                  </a:ext>
                </a:extLst>
              </a:tr>
              <a:tr h="8385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年間効果</a:t>
                      </a:r>
                      <a:endParaRPr lang="ja-JP" altLang="en-US" sz="2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ja-JP" sz="2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ja-JP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+2868</a:t>
                      </a:r>
                      <a:r>
                        <a:rPr lang="ja-JP" altLang="en-US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円</a:t>
                      </a:r>
                      <a:r>
                        <a:rPr lang="ja-JP" altLang="en-US" sz="2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ja-JP" sz="2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(100</a:t>
                      </a:r>
                      <a:r>
                        <a:rPr lang="ja-JP" altLang="en-US" sz="2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株時</a:t>
                      </a:r>
                      <a:r>
                        <a:rPr lang="en-US" altLang="ja-JP" sz="2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2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利益率向上</a:t>
                      </a:r>
                      <a:endParaRPr lang="ja-JP" altLang="en-US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3033" marR="93033" marT="62022" marB="6202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797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727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BBA76A-D74A-0D6B-499C-1CCFBDE6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７．検証プロセス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F118D1-5A5D-1D94-5EED-47348F4F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sz="4000" dirty="0"/>
              <a:t>・データ分割</a:t>
            </a:r>
            <a:endParaRPr lang="en-US" altLang="ja-JP" sz="4000" dirty="0"/>
          </a:p>
          <a:p>
            <a:pPr marL="0" indent="0">
              <a:buNone/>
            </a:pPr>
            <a:r>
              <a:rPr kumimoji="1" lang="ja-JP" altLang="en-US" sz="4000" dirty="0"/>
              <a:t>　学習用：</a:t>
            </a:r>
            <a:r>
              <a:rPr kumimoji="1" lang="en-US" altLang="ja-JP" sz="4000" dirty="0"/>
              <a:t>2013</a:t>
            </a:r>
            <a:r>
              <a:rPr kumimoji="1" lang="ja-JP" altLang="en-US" sz="4000" dirty="0"/>
              <a:t>年以降</a:t>
            </a:r>
            <a:r>
              <a:rPr kumimoji="1" lang="en-US" altLang="ja-JP" sz="4000" dirty="0"/>
              <a:t>2022</a:t>
            </a:r>
            <a:r>
              <a:rPr kumimoji="1" lang="ja-JP" altLang="en-US" sz="4000" dirty="0"/>
              <a:t>年以前</a:t>
            </a:r>
            <a:endParaRPr kumimoji="1"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　テスト用：</a:t>
            </a:r>
            <a:r>
              <a:rPr lang="en-US" altLang="ja-JP" sz="4000" dirty="0"/>
              <a:t>2023</a:t>
            </a:r>
            <a:r>
              <a:rPr lang="ja-JP" altLang="en-US" sz="4000" dirty="0"/>
              <a:t>年以降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・閾値の設定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　閾値をテストデータのみの中で</a:t>
            </a:r>
            <a:r>
              <a:rPr lang="en-US" altLang="ja-JP" sz="4000" dirty="0"/>
              <a:t>0.5</a:t>
            </a:r>
            <a:r>
              <a:rPr lang="ja-JP" altLang="en-US" sz="4000" dirty="0"/>
              <a:t>から</a:t>
            </a:r>
            <a:r>
              <a:rPr lang="en-US" altLang="ja-JP" sz="4000" dirty="0"/>
              <a:t>0.9</a:t>
            </a:r>
            <a:r>
              <a:rPr lang="ja-JP" altLang="en-US" sz="4000" dirty="0"/>
              <a:t>まで</a:t>
            </a:r>
            <a:r>
              <a:rPr lang="en-US" altLang="ja-JP" sz="4000" dirty="0"/>
              <a:t>0.01</a:t>
            </a:r>
            <a:r>
              <a:rPr lang="ja-JP" altLang="en-US" sz="4000" dirty="0"/>
              <a:t>刻みで検証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　し、最も利益が大きくなるポイントの閾値を採用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・ベンチマーク比較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　最終評価は、</a:t>
            </a:r>
            <a:r>
              <a:rPr lang="en-US" altLang="ja-JP" sz="4000" dirty="0"/>
              <a:t>0,1</a:t>
            </a:r>
            <a:r>
              <a:rPr lang="ja-JP" altLang="en-US" sz="4000" dirty="0"/>
              <a:t>の的中率ではなく、山田さんといくら差がつ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　いたかで評価　</a:t>
            </a:r>
          </a:p>
          <a:p>
            <a:pPr marL="0" indent="0">
              <a:buNone/>
            </a:pPr>
            <a:r>
              <a:rPr lang="ja-JP" altLang="en-US" sz="4000" dirty="0"/>
              <a:t>　</a:t>
            </a:r>
            <a:r>
              <a:rPr kumimoji="1" lang="ja-JP" altLang="en-US" dirty="0"/>
              <a:t>　　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BFCD1-18FD-39F2-748C-56872D7BA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B91E6D-9C5E-DE3A-A451-EE123F789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39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391ED-2BBF-28CF-BA29-793A117F8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７．検証プロセス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A2F2B8-FB8A-DBFB-5B90-28A159620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・</a:t>
            </a:r>
            <a:r>
              <a:rPr kumimoji="1" lang="en-US" altLang="ja-JP" dirty="0" err="1"/>
              <a:t>Optuna</a:t>
            </a:r>
            <a:r>
              <a:rPr kumimoji="1" lang="ja-JP" altLang="en-US" dirty="0"/>
              <a:t>を用いると、利益が</a:t>
            </a:r>
            <a:r>
              <a:rPr kumimoji="1" lang="en-US" altLang="ja-JP" dirty="0"/>
              <a:t>1.2</a:t>
            </a:r>
            <a:r>
              <a:rPr kumimoji="1" lang="ja-JP" altLang="en-US" dirty="0"/>
              <a:t>％になった。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→テストスコアが訓練スコアに比べて、</a:t>
            </a:r>
            <a:r>
              <a:rPr lang="en-US" altLang="ja-JP" dirty="0"/>
              <a:t>10</a:t>
            </a:r>
            <a:r>
              <a:rPr lang="ja-JP" altLang="en-US" dirty="0"/>
              <a:t>％近く低くなった。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過学習が原因と思われる。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 err="1"/>
              <a:t>Optuna</a:t>
            </a:r>
            <a:r>
              <a:rPr kumimoji="1" lang="ja-JP" altLang="en-US" dirty="0"/>
              <a:t>を用いずに、モデルの最適化</a:t>
            </a:r>
          </a:p>
        </p:txBody>
      </p:sp>
    </p:spTree>
    <p:extLst>
      <p:ext uri="{BB962C8B-B14F-4D97-AF65-F5344CB8AC3E}">
        <p14:creationId xmlns:p14="http://schemas.microsoft.com/office/powerpoint/2010/main" val="3132558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843F19-086B-D655-37AC-AC91A888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８．考察と展望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F1D2E4-5A67-E4C8-2DA4-6CBEB9D62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◆考察＞</a:t>
            </a:r>
            <a:r>
              <a:rPr kumimoji="1" lang="ja-JP" altLang="en-US" dirty="0"/>
              <a:t>差が付けられた理由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・閾値の最適化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lang="en-US" altLang="ja-JP" dirty="0"/>
              <a:t>AI</a:t>
            </a:r>
            <a:r>
              <a:rPr lang="ja-JP" altLang="en-US" dirty="0"/>
              <a:t>の確信度が高い時を狙い撃ち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・特徴量の設定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/>
              <a:t>RSI</a:t>
            </a:r>
            <a:r>
              <a:rPr kumimoji="1" lang="ja-JP" altLang="en-US" dirty="0"/>
              <a:t>により、暴落局面を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に買い場と判定させる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移動平均乖離率：短期的な下落を数値化し、リバウンドを狙う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5819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07124-D7B5-B7AE-D4B2-4081BC26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８．考察と展望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8FA8DC-19F1-ABEB-F9F8-F66E22B0D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◆</a:t>
            </a:r>
            <a:r>
              <a:rPr kumimoji="1" lang="ja-JP" altLang="en-US" dirty="0"/>
              <a:t>展望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・データソースの拡張</a:t>
            </a:r>
            <a:r>
              <a:rPr lang="en-US" altLang="ja-JP" dirty="0"/>
              <a:t>…</a:t>
            </a:r>
            <a:r>
              <a:rPr lang="ja-JP" altLang="en-US" dirty="0"/>
              <a:t>ニュースの感情分析により、トレンドを　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　　　　　　　　　学習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・リアルタイム</a:t>
            </a:r>
            <a:r>
              <a:rPr kumimoji="1" lang="en-US" altLang="ja-JP" dirty="0"/>
              <a:t>…</a:t>
            </a:r>
            <a:r>
              <a:rPr kumimoji="1" lang="ja-JP" altLang="en-US" dirty="0"/>
              <a:t>買い時の時に、通知を送れるようにすることで、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　　　　　　よりユーザーに優しいものにする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・他銘柄</a:t>
            </a:r>
            <a:r>
              <a:rPr lang="en-US" altLang="ja-JP" dirty="0"/>
              <a:t>…</a:t>
            </a:r>
            <a:r>
              <a:rPr lang="ja-JP" altLang="en-US" dirty="0"/>
              <a:t>乱高下するものの方が利益もより</a:t>
            </a:r>
            <a:r>
              <a:rPr lang="ja-JP" altLang="en-US"/>
              <a:t>大きくなる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9049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820</Words>
  <Application>Microsoft Office PowerPoint</Application>
  <PresentationFormat>ワイド画面</PresentationFormat>
  <Paragraphs>115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Google Sans Text</vt:lpstr>
      <vt:lpstr>游ゴシック</vt:lpstr>
      <vt:lpstr>游ゴシック Light</vt:lpstr>
      <vt:lpstr>Arial</vt:lpstr>
      <vt:lpstr>Office テーマ</vt:lpstr>
      <vt:lpstr>NTT株の株価予測</vt:lpstr>
      <vt:lpstr>目次</vt:lpstr>
      <vt:lpstr>１．NTT株について調べてわかったこと</vt:lpstr>
      <vt:lpstr>２．ペルソナ</vt:lpstr>
      <vt:lpstr>２．山田さんのペイン</vt:lpstr>
      <vt:lpstr>３．ユースケースシナリオ</vt:lpstr>
      <vt:lpstr>３．ユースケースシナリオ（続き）</vt:lpstr>
      <vt:lpstr>４．課題設定</vt:lpstr>
      <vt:lpstr>５．アプローチ方法</vt:lpstr>
      <vt:lpstr>６．評価結果</vt:lpstr>
      <vt:lpstr>７．検証プロセス</vt:lpstr>
      <vt:lpstr>７．検証プロセス</vt:lpstr>
      <vt:lpstr>８．考察と展望</vt:lpstr>
      <vt:lpstr>８．考察と展望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cgun1049</dc:creator>
  <cp:lastModifiedBy>cgun1049</cp:lastModifiedBy>
  <cp:revision>2</cp:revision>
  <dcterms:created xsi:type="dcterms:W3CDTF">2026-01-27T11:26:26Z</dcterms:created>
  <dcterms:modified xsi:type="dcterms:W3CDTF">2026-01-29T07:51:53Z</dcterms:modified>
</cp:coreProperties>
</file>